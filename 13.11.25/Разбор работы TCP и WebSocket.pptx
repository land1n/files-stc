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Montserrat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Montserrat-italic.fntdata"/><Relationship Id="rId10" Type="http://schemas.openxmlformats.org/officeDocument/2006/relationships/font" Target="fonts/Montserrat-bold.fntdata"/><Relationship Id="rId12" Type="http://schemas.openxmlformats.org/officeDocument/2006/relationships/font" Target="fonts/Montserrat-boldItalic.fntdata"/><Relationship Id="rId9" Type="http://schemas.openxmlformats.org/officeDocument/2006/relationships/font" Target="fonts/Montserrat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a096e7fd04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a096e7fd04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096e7fd04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096e7fd04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Разбор работы TCP и WebSocket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latin typeface="Montserrat"/>
                <a:ea typeface="Montserrat"/>
                <a:cs typeface="Montserrat"/>
                <a:sym typeface="Montserrat"/>
              </a:rPr>
              <a:t>Разбор работы TCP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5762275" y="1152475"/>
            <a:ext cx="306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Пример: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Клиент  -&gt; Сервер: [SYN] Seq=0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Сервер -&gt; Клиент: [SYN, ACK] Seq=0, Ack=1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Клиент  -&gt; Сервер: [ACK] Seq=1, Ack=1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650" y="1176513"/>
            <a:ext cx="4496075" cy="336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latin typeface="Montserrat"/>
                <a:ea typeface="Montserrat"/>
                <a:cs typeface="Montserrat"/>
                <a:sym typeface="Montserrat"/>
              </a:rPr>
              <a:t>Разбор работы WebSocket</a:t>
            </a:r>
            <a:endParaRPr sz="2000"/>
          </a:p>
        </p:txBody>
      </p:sp>
      <p:grpSp>
        <p:nvGrpSpPr>
          <p:cNvPr id="67" name="Google Shape;67;p15"/>
          <p:cNvGrpSpPr/>
          <p:nvPr/>
        </p:nvGrpSpPr>
        <p:grpSpPr>
          <a:xfrm>
            <a:off x="311700" y="1152475"/>
            <a:ext cx="4362300" cy="3527100"/>
            <a:chOff x="311700" y="1152475"/>
            <a:chExt cx="4362300" cy="3527100"/>
          </a:xfrm>
        </p:grpSpPr>
        <p:sp>
          <p:nvSpPr>
            <p:cNvPr id="68" name="Google Shape;68;p15"/>
            <p:cNvSpPr/>
            <p:nvPr/>
          </p:nvSpPr>
          <p:spPr>
            <a:xfrm>
              <a:off x="311700" y="1152475"/>
              <a:ext cx="4362300" cy="352710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9" name="Google Shape;69;p1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56950" y="1180225"/>
              <a:ext cx="4271800" cy="34716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0" name="Google Shape;7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4300" y="1242050"/>
            <a:ext cx="3998001" cy="3347925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